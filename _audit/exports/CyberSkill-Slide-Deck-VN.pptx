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5369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9700" y="1608386"/>
            <a:ext cx="116785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CyberSkill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38200" y="2260848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4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SẢN PHẨM · Q3 2026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38200" y="2594223"/>
            <a:ext cx="8214360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93"/>
              </a:lnSpc>
              <a:buNone/>
            </a:pPr>
            <a:r>
              <a:rPr lang="en-US" sz="4800" b="1" spc="-96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 Thực Hoá Ý Chí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38200" y="3292078"/>
            <a:ext cx="82143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Turn Your Will Into Real · điểm lại những gì đã ra mắt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8200" y="4510088"/>
            <a:ext cx="18995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Lumi · CyberSkill · Saigon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745611" y="45243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273969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 TRÌNH BÀY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569244"/>
            <a:ext cx="8214360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69"/>
              </a:lnSpc>
              <a:buNone/>
            </a:pPr>
            <a:r>
              <a:rPr lang="en-US" sz="3450" b="1" spc="-69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thứ đã ra mắt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838200" y="2541687"/>
            <a:ext cx="2311301" cy="28575"/>
          </a:xfrm>
          <a:prstGeom prst="rect">
            <a:avLst/>
          </a:prstGeom>
          <a:solidFill>
            <a:srgbClr val="F4BA17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2741712"/>
            <a:ext cx="25424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b="1" dirty="0">
                <a:solidFill>
                  <a:srgbClr val="6E3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046512"/>
            <a:ext cx="254243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Liquid Glass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412182"/>
            <a:ext cx="23875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 vật liệu, nay gắn vào component.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6201" y="2541687"/>
            <a:ext cx="2311450" cy="28575"/>
          </a:xfrm>
          <a:prstGeom prst="rect">
            <a:avLst/>
          </a:prstGeom>
          <a:solidFill>
            <a:srgbClr val="F4BA17"/>
          </a:solidFill>
          <a:ln/>
        </p:spPr>
      </p:sp>
      <p:sp>
        <p:nvSpPr>
          <p:cNvPr id="10" name="Text 8"/>
          <p:cNvSpPr/>
          <p:nvPr/>
        </p:nvSpPr>
        <p:spPr>
          <a:xfrm>
            <a:off x="3416201" y="2741712"/>
            <a:ext cx="25425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b="1" dirty="0">
                <a:solidFill>
                  <a:srgbClr val="6E3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6201" y="3046512"/>
            <a:ext cx="254259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 style pack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16201" y="3412182"/>
            <a:ext cx="2387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kiểm định, không một cảnh báo.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94350" y="2541687"/>
            <a:ext cx="2311450" cy="28575"/>
          </a:xfrm>
          <a:prstGeom prst="rect">
            <a:avLst/>
          </a:prstGeom>
          <a:solidFill>
            <a:srgbClr val="F4BA17"/>
          </a:solidFill>
          <a:ln/>
        </p:spPr>
      </p:sp>
      <p:sp>
        <p:nvSpPr>
          <p:cNvPr id="14" name="Text 12"/>
          <p:cNvSpPr/>
          <p:nvPr/>
        </p:nvSpPr>
        <p:spPr>
          <a:xfrm>
            <a:off x="5994350" y="2741712"/>
            <a:ext cx="25425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b="1" dirty="0">
                <a:solidFill>
                  <a:srgbClr val="6E3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94350" y="3046512"/>
            <a:ext cx="254259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Thần đèn Lumi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94350" y="3412182"/>
            <a:ext cx="2387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tiếp nhận điều ước, có con người trong vòng lặp.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5611" y="45243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609725"/>
            <a:ext cx="753465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9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“Một điều ước rõ ràng, được một đội ngũ thật thực hiện — </a:t>
            </a:r>
            <a:pPr algn="l" indent="0" marL="0">
              <a:lnSpc>
                <a:spcPct val="98039"/>
              </a:lnSpc>
              <a:buNone/>
            </a:pPr>
            <a:r>
              <a:rPr lang="en-US" sz="3000" b="1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để chạy được, làm để bền lâu. </a:t>
            </a:r>
            <a:pPr algn="l" indent="0" marL="0">
              <a:lnSpc>
                <a:spcPct val="98039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305175"/>
            <a:ext cx="8046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 hứa của CyberSkill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69411" y="45243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200" y="1637407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8677" y="2475607"/>
            <a:ext cx="3286497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364"/>
              </a:lnSpc>
              <a:buNone/>
            </a:pPr>
            <a:r>
              <a:rPr lang="en-US" sz="3900" b="1" spc="-78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 điều ước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1486213" y="3220343"/>
            <a:ext cx="61715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cyberskill.world · chúng tôi phản hồi trong một ngày làm việc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07511" y="45243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2026-07-19T05:25:00Z</dcterms:created>
  <dcterms:modified xsi:type="dcterms:W3CDTF">2026-07-19T05:25:00Z</dcterms:modified>
</cp:coreProperties>
</file>