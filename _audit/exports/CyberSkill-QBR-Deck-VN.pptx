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52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2593"/>
            </a:avLst>
          </a:prstGeom>
          <a:ln/>
          <a:effectLst>
            <a:outerShdw sx="100000" sy="100000" kx="0" ky="0" algn="bl" rotWithShape="0" blurRad="762000" dist="228600" dir="5400000">
              <a:srgbClr val="1F130B">
                <a:alpha val="2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1292423"/>
            <a:ext cx="438150" cy="4381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09700" y="1354336"/>
            <a:ext cx="116785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57"/>
              </a:lnSpc>
              <a:buNone/>
            </a:pPr>
            <a:r>
              <a:rPr lang="en-US" sz="1650" b="1" spc="-16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CyberSkill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838200" y="1978223"/>
            <a:ext cx="82143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050" b="1" spc="147" kern="0" dirty="0">
                <a:solidFill>
                  <a:srgbClr val="F4BA1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 GIÁ KINH DOANH HẰNG QUÝ · [KHÁCH HÀNG]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838200" y="2311598"/>
            <a:ext cx="7691628" cy="1187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630"/>
              </a:lnSpc>
              <a:buNone/>
            </a:pPr>
            <a:r>
              <a:rPr lang="en-US" sz="4350" b="1" spc="-87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Quý 3 cùng nhau, thẳng thắn</a:t>
            </a:r>
            <a:endParaRPr lang="en-US" sz="4350" dirty="0"/>
          </a:p>
        </p:txBody>
      </p:sp>
      <p:sp>
        <p:nvSpPr>
          <p:cNvPr id="8" name="Text 4"/>
          <p:cNvSpPr/>
          <p:nvPr/>
        </p:nvSpPr>
        <p:spPr>
          <a:xfrm>
            <a:off x="838200" y="3536752"/>
            <a:ext cx="82143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57"/>
              </a:lnSpc>
              <a:buNone/>
            </a:pPr>
            <a:r>
              <a:rPr lang="en-US" sz="1650" dirty="0">
                <a:solidFill>
                  <a:srgbClr val="FFFFFF">
                    <a:alpha val="90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 ra mắt gì, mang lại điều gì, và đi tiếp về đâu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7745611" y="4562475"/>
            <a:ext cx="63638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050" dirty="0">
                <a:solidFill>
                  <a:srgbClr val="F4BA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05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2593"/>
            </a:avLst>
          </a:prstGeom>
          <a:ln/>
          <a:effectLst>
            <a:outerShdw sx="100000" sy="100000" kx="0" ky="0" algn="bl" rotWithShape="0" blurRad="762000" dist="228600" dir="5400000">
              <a:srgbClr val="1F130B">
                <a:alpha val="2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38200" y="1379190"/>
            <a:ext cx="82143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050" b="1" spc="126" kern="0" dirty="0">
                <a:solidFill>
                  <a:srgbClr val="6E3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QUÝ NÀY QUA CON SỐ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38200" y="1674465"/>
            <a:ext cx="8214360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71"/>
              </a:lnSpc>
              <a:buNone/>
            </a:pPr>
            <a:r>
              <a:rPr lang="en-US" sz="3300" b="1" spc="-66" kern="0" dirty="0">
                <a:solidFill>
                  <a:srgbClr val="4521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 tư của bạn đã làm được gì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838200" y="2621161"/>
            <a:ext cx="173926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873"/>
              </a:lnSpc>
              <a:buNone/>
            </a:pPr>
            <a:r>
              <a:rPr lang="en-US" sz="4200" b="1" spc="-84" kern="0" dirty="0">
                <a:solidFill>
                  <a:srgbClr val="6E3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+31%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38200" y="3249811"/>
            <a:ext cx="17392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350" dirty="0">
                <a:solidFill>
                  <a:srgbClr val="6E5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 hoàn tất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800350" y="2621161"/>
            <a:ext cx="173926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873"/>
              </a:lnSpc>
              <a:buNone/>
            </a:pPr>
            <a:r>
              <a:rPr lang="en-US" sz="4200" b="1" spc="-84" kern="0" dirty="0">
                <a:solidFill>
                  <a:srgbClr val="6E3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−1.8s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800350" y="3249811"/>
            <a:ext cx="16573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350" dirty="0">
                <a:solidFill>
                  <a:srgbClr val="6E5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 gian thanh toán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62500" y="2621161"/>
            <a:ext cx="173926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873"/>
              </a:lnSpc>
              <a:buNone/>
            </a:pPr>
            <a:r>
              <a:rPr lang="en-US" sz="4200" b="1" spc="-84" kern="0" dirty="0">
                <a:solidFill>
                  <a:srgbClr val="6E3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762500" y="3249811"/>
            <a:ext cx="17392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350" dirty="0">
                <a:solidFill>
                  <a:srgbClr val="6E5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Sự cố Sev-1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724650" y="2621161"/>
            <a:ext cx="173926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873"/>
              </a:lnSpc>
              <a:buNone/>
            </a:pPr>
            <a:r>
              <a:rPr lang="en-US" sz="4200" b="1" spc="-84" kern="0" dirty="0">
                <a:solidFill>
                  <a:srgbClr val="6E3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98%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724650" y="3249811"/>
            <a:ext cx="17392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350" dirty="0">
                <a:solidFill>
                  <a:srgbClr val="6E5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Mốc đúng hạn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45611" y="4562475"/>
            <a:ext cx="63638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050" dirty="0">
                <a:solidFill>
                  <a:srgbClr val="6E5A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05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2593"/>
            </a:avLst>
          </a:prstGeom>
          <a:ln/>
          <a:effectLst>
            <a:outerShdw sx="100000" sy="100000" kx="0" ky="0" algn="bl" rotWithShape="0" blurRad="762000" dist="228600" dir="5400000">
              <a:srgbClr val="1F130B">
                <a:alpha val="2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38200" y="721965"/>
            <a:ext cx="82143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050" b="1" spc="126" kern="0" dirty="0">
                <a:solidFill>
                  <a:srgbClr val="6E3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 RA MẮT &amp; SỨC KHỎE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38200" y="1017240"/>
            <a:ext cx="8214360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71"/>
              </a:lnSpc>
              <a:buNone/>
            </a:pPr>
            <a:r>
              <a:rPr lang="en-US" sz="3300" b="1" spc="-66" kern="0" dirty="0">
                <a:solidFill>
                  <a:srgbClr val="4521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 giao, và đang vững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38200" y="1887736"/>
            <a:ext cx="7467600" cy="28575"/>
          </a:xfrm>
          <a:prstGeom prst="rect">
            <a:avLst/>
          </a:prstGeom>
          <a:solidFill>
            <a:srgbClr val="F4BA17"/>
          </a:solidFill>
          <a:ln/>
        </p:spPr>
      </p:sp>
      <p:sp>
        <p:nvSpPr>
          <p:cNvPr id="6" name="Text 4"/>
          <p:cNvSpPr/>
          <p:nvPr/>
        </p:nvSpPr>
        <p:spPr>
          <a:xfrm>
            <a:off x="838200" y="2068711"/>
            <a:ext cx="740546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57"/>
              </a:lnSpc>
              <a:buNone/>
            </a:pPr>
            <a:r>
              <a:rPr lang="en-US" sz="1650" b="1" dirty="0">
                <a:solidFill>
                  <a:srgbClr val="4521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Checkout v2 — chạy 100% lưu lượng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760940" y="2068711"/>
            <a:ext cx="621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57"/>
              </a:lnSpc>
              <a:buNone/>
            </a:pPr>
            <a:r>
              <a:rPr lang="en-US" sz="1650" b="1" dirty="0">
                <a:solidFill>
                  <a:srgbClr val="16653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Khỏe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38200" y="2535436"/>
            <a:ext cx="7467600" cy="9525"/>
          </a:xfrm>
          <a:prstGeom prst="rect">
            <a:avLst/>
          </a:prstGeom>
          <a:solidFill>
            <a:srgbClr val="E7D9C6"/>
          </a:solidFill>
          <a:ln/>
        </p:spPr>
      </p:sp>
      <p:sp>
        <p:nvSpPr>
          <p:cNvPr id="9" name="Text 7"/>
          <p:cNvSpPr/>
          <p:nvPr/>
        </p:nvSpPr>
        <p:spPr>
          <a:xfrm>
            <a:off x="838200" y="2697361"/>
            <a:ext cx="740546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57"/>
              </a:lnSpc>
              <a:buNone/>
            </a:pPr>
            <a:r>
              <a:rPr lang="en-US" sz="1650" b="1" dirty="0">
                <a:solidFill>
                  <a:srgbClr val="4521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 điều hành — hỗ trợ tự phục vụ, không ticket kỹ thuật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760940" y="2697361"/>
            <a:ext cx="621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57"/>
              </a:lnSpc>
              <a:buNone/>
            </a:pPr>
            <a:r>
              <a:rPr lang="en-US" sz="1650" b="1" dirty="0">
                <a:solidFill>
                  <a:srgbClr val="16653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Khỏe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38200" y="3164086"/>
            <a:ext cx="7467600" cy="9525"/>
          </a:xfrm>
          <a:prstGeom prst="rect">
            <a:avLst/>
          </a:prstGeom>
          <a:solidFill>
            <a:srgbClr val="E7D9C6"/>
          </a:solidFill>
          <a:ln/>
        </p:spPr>
      </p:sp>
      <p:sp>
        <p:nvSpPr>
          <p:cNvPr id="12" name="Text 10"/>
          <p:cNvSpPr/>
          <p:nvPr/>
        </p:nvSpPr>
        <p:spPr>
          <a:xfrm>
            <a:off x="838200" y="3326011"/>
            <a:ext cx="574871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57"/>
              </a:lnSpc>
              <a:buNone/>
            </a:pPr>
            <a:r>
              <a:rPr lang="en-US" sz="1650" b="1" dirty="0">
                <a:solidFill>
                  <a:srgbClr val="4521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Email thu hồi — 19% giỏ bỏ quên quay lại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254800" y="3326011"/>
            <a:ext cx="22561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57"/>
              </a:lnSpc>
              <a:buNone/>
            </a:pPr>
            <a:r>
              <a:rPr lang="en-US" sz="1650" b="1" dirty="0">
                <a:solidFill>
                  <a:srgbClr val="6E3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 dõi: sản lượng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38200" y="3907036"/>
            <a:ext cx="769162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350" dirty="0">
                <a:solidFill>
                  <a:srgbClr val="6E5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Nói thẳng: một Sev-2 (48 phút, tháng 7). Đã tìm ra gốc rễ, canary nay phủ đường giá — bản vá đã nằm trong runbook của bạn.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745611" y="4562475"/>
            <a:ext cx="63638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050" dirty="0">
                <a:solidFill>
                  <a:srgbClr val="6E5A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05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52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2593"/>
            </a:avLst>
          </a:prstGeom>
          <a:ln/>
          <a:effectLst>
            <a:outerShdw sx="100000" sy="100000" kx="0" ky="0" algn="bl" rotWithShape="0" blurRad="762000" dist="228600" dir="5400000">
              <a:srgbClr val="1F130B">
                <a:alpha val="2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38200" y="586234"/>
            <a:ext cx="82143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050" b="1" spc="147" kern="0" dirty="0">
                <a:solidFill>
                  <a:srgbClr val="F4BA1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QUÝ TỚI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38200" y="881509"/>
            <a:ext cx="7691628" cy="1169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71"/>
              </a:lnSpc>
              <a:buNone/>
            </a:pPr>
            <a:r>
              <a:rPr lang="en-US" sz="3300" b="1" spc="-66" kern="0" dirty="0">
                <a:solidFill>
                  <a:srgbClr val="F4BA1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Nơi đồng vốn tiếp theo làm việc chăm nhất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838200" y="2336750"/>
            <a:ext cx="339179" cy="65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33"/>
              </a:lnSpc>
              <a:buNone/>
            </a:pPr>
            <a:r>
              <a:rPr lang="en-US" sz="1725" b="1" dirty="0">
                <a:solidFill>
                  <a:srgbClr val="F4BA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1253579" y="2346275"/>
            <a:ext cx="469850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34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 quả bộ A/B → nhân rộng cái thắng.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1253579" y="2346275"/>
            <a:ext cx="6706261" cy="620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34"/>
              </a:lnSpc>
              <a:buNone/>
            </a:pPr>
            <a:r>
              <a:rPr lang="en-US" sz="1725" dirty="0">
                <a:solidFill>
                  <a:srgbClr val="FFFFFF">
                    <a:alpha val="85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 thử nghiệm đang chạy; banner ngưỡng phí ship rất hứa hẹn.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838200" y="3140422"/>
            <a:ext cx="339179" cy="65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33"/>
              </a:lnSpc>
              <a:buNone/>
            </a:pPr>
            <a:r>
              <a:rPr lang="en-US" sz="1725" b="1" dirty="0">
                <a:solidFill>
                  <a:srgbClr val="F4BA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1253579" y="3149947"/>
            <a:ext cx="403580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34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Tinh chỉnh checkout trên di động.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1253579" y="3149947"/>
            <a:ext cx="6846830" cy="620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34"/>
              </a:lnSpc>
              <a:buNone/>
            </a:pPr>
            <a:r>
              <a:rPr lang="en-US" sz="1725" dirty="0">
                <a:solidFill>
                  <a:srgbClr val="FFFFFF">
                    <a:alpha val="85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60% lưu lượng của bạn; đòn bẩy lớn kế tiếp.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838200" y="3944094"/>
            <a:ext cx="339179" cy="65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33"/>
              </a:lnSpc>
              <a:buNone/>
            </a:pPr>
            <a:r>
              <a:rPr lang="en-US" sz="1725" b="1" dirty="0">
                <a:solidFill>
                  <a:srgbClr val="F4BA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1253579" y="3953619"/>
            <a:ext cx="458505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34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 tải hằng quý + diễn tập runbook.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1253579" y="3953619"/>
            <a:ext cx="6982188" cy="620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34"/>
              </a:lnSpc>
              <a:buNone/>
            </a:pPr>
            <a:r>
              <a:rPr lang="en-US" sz="1725" dirty="0">
                <a:solidFill>
                  <a:srgbClr val="FFFFFF">
                    <a:alpha val="85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 đúng lời hứa “làm để bền lâu”.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7745611" y="4562475"/>
            <a:ext cx="63638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050" dirty="0">
                <a:solidFill>
                  <a:srgbClr val="F4BA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05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52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2593"/>
            </a:avLst>
          </a:prstGeom>
          <a:ln/>
          <a:effectLst>
            <a:outerShdw sx="100000" sy="100000" kx="0" ky="0" algn="bl" rotWithShape="0" blurRad="762000" dist="228600" dir="5400000">
              <a:srgbClr val="1F130B">
                <a:alpha val="2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57675" y="1300163"/>
            <a:ext cx="628650" cy="6286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47850" y="2157413"/>
            <a:ext cx="5448300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7143"/>
              </a:lnSpc>
              <a:buNone/>
            </a:pPr>
            <a:r>
              <a:rPr lang="en-US" sz="3750" b="1" spc="-75" kern="0" dirty="0">
                <a:solidFill>
                  <a:srgbClr val="F4BA1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Chúng ta đi tiếp chứ?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726186" y="2895600"/>
            <a:ext cx="76916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7857"/>
              </a:lnSpc>
              <a:buNone/>
            </a:pPr>
            <a:r>
              <a:rPr lang="en-US" sz="1650" dirty="0">
                <a:solidFill>
                  <a:srgbClr val="FFFFFF">
                    <a:alpha val="90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Đề xuất gia hạn Q4 đã ở hộp thư của bạn — vẫn đội đó, phạm vi cố định, thẳng thắn như mọi khi. Một cái gật tuần này giữ nguyên đội hình.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3155573" y="3600450"/>
            <a:ext cx="2832854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909"/>
              </a:lnSpc>
              <a:buNone/>
            </a:pPr>
            <a:r>
              <a:rPr lang="en-US" sz="1275" dirty="0">
                <a:solidFill>
                  <a:srgbClr val="FFFFFF">
                    <a:alpha val="70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vu@cyberskill.world · Status Hub</a:t>
            </a:r>
            <a:endParaRPr lang="en-US" sz="1275" dirty="0"/>
          </a:p>
        </p:txBody>
      </p:sp>
      <p:sp>
        <p:nvSpPr>
          <p:cNvPr id="7" name="Text 4"/>
          <p:cNvSpPr/>
          <p:nvPr/>
        </p:nvSpPr>
        <p:spPr>
          <a:xfrm>
            <a:off x="7707511" y="4562475"/>
            <a:ext cx="63638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667"/>
              </a:lnSpc>
              <a:buNone/>
            </a:pPr>
            <a:r>
              <a:rPr lang="en-US" sz="1050" dirty="0">
                <a:solidFill>
                  <a:srgbClr val="F4BA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05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2026-07-19T05:34:35Z</dcterms:created>
  <dcterms:modified xsi:type="dcterms:W3CDTF">2026-07-19T05:34:35Z</dcterms:modified>
</cp:coreProperties>
</file>