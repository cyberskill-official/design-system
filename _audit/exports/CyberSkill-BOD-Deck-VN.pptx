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565672"/>
            <a:ext cx="438150" cy="43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9700" y="1627584"/>
            <a:ext cx="11678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CyberSkill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38200" y="2251472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HỘI ĐỒNG QUẢN TRỊ · MẬT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38200" y="2584847"/>
            <a:ext cx="8214360" cy="640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077"/>
              </a:lnSpc>
              <a:buNone/>
            </a:pPr>
            <a:r>
              <a:rPr lang="en-US" sz="4650" b="1" spc="-93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Quý 3 2026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838200" y="3263354"/>
            <a:ext cx="82143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Turn Your Will Into Real · nhìn lại quý &amp; chặng tiếp theo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8200" y="4548188"/>
            <a:ext cx="19404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 tháng 7 2026 · Sài Gòn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195834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CON SỐ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491109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quý vững vàng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437805"/>
            <a:ext cx="171438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947"/>
              </a:lnSpc>
              <a:buNone/>
            </a:pPr>
            <a:r>
              <a:rPr lang="en-US" sz="4500" b="1" spc="-90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+18%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38200" y="3104555"/>
            <a:ext cx="171438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Doanh thu QoQ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777728" y="2437805"/>
            <a:ext cx="17145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947"/>
              </a:lnSpc>
              <a:buNone/>
            </a:pPr>
            <a:r>
              <a:rPr lang="en-US" sz="4500" b="1" spc="-90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2777728" y="3104555"/>
            <a:ext cx="1634877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ước đã thực hiện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4717405" y="2437805"/>
            <a:ext cx="1724918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947"/>
              </a:lnSpc>
              <a:buNone/>
            </a:pPr>
            <a:r>
              <a:rPr lang="en-US" sz="4500" b="1" spc="-90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 tháng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717405" y="3676055"/>
            <a:ext cx="18135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tháng còn vốn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747123" y="2437805"/>
            <a:ext cx="17145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947"/>
              </a:lnSpc>
              <a:buNone/>
            </a:pPr>
            <a:r>
              <a:rPr lang="en-US" sz="4500" b="1" spc="-90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38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6747123" y="3104555"/>
            <a:ext cx="17145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425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 sự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102965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RA MẮT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398240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 mục dự án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38200" y="2287786"/>
            <a:ext cx="7467600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468761"/>
            <a:ext cx="51829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lại checkout · Nhà bán lẻ 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740450" y="2468761"/>
            <a:ext cx="11175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16653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ra mắt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38950" y="2468761"/>
            <a:ext cx="1466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793"/>
              </a:lnSpc>
              <a:buNone/>
            </a:pPr>
            <a:r>
              <a:rPr lang="en-US" sz="1650" dirty="0">
                <a:solidFill>
                  <a:srgbClr val="4521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₫3.1B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38200" y="2935486"/>
            <a:ext cx="7467600" cy="952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" y="3097411"/>
            <a:ext cx="52287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điều hành vận hành · Logistics B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782121" y="3097411"/>
            <a:ext cx="10758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làm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38950" y="3097411"/>
            <a:ext cx="1466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793"/>
              </a:lnSpc>
              <a:buNone/>
            </a:pPr>
            <a:r>
              <a:rPr lang="en-US" sz="1650" dirty="0">
                <a:solidFill>
                  <a:srgbClr val="4521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₫2.4B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38200" y="3564136"/>
            <a:ext cx="7467600" cy="952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726061"/>
            <a:ext cx="52287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Design System v1.6 · Nội bộ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782121" y="3726061"/>
            <a:ext cx="10758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 làm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38950" y="3726061"/>
            <a:ext cx="1466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793"/>
              </a:lnSpc>
              <a:buNone/>
            </a:pPr>
            <a:r>
              <a:rPr lang="en-US" sz="1650" dirty="0">
                <a:solidFill>
                  <a:srgbClr val="4521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234529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THẲNG THẮN VỀ ĐÁNH ĐỔI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529804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 ro &amp; đề xuất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419350"/>
            <a:ext cx="2586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3063" y="2428875"/>
            <a:ext cx="36872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 ro nhân sự chủ chốt về AI.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3063" y="2428875"/>
            <a:ext cx="7067572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 xuất: duyệt tuyển thêm một nhân sự AI cấp cao trong Q4.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268861"/>
            <a:ext cx="3097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4111" y="3278386"/>
            <a:ext cx="31974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hạ tầng CyberOS.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4111" y="3278386"/>
            <a:ext cx="7272678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 xuất: phê duyệt để mở đường cho sổ cái nguồn gốc.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9100" y="1549747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653" y="2464147"/>
            <a:ext cx="219454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479"/>
              </a:lnSpc>
              <a:buNone/>
            </a:pPr>
            <a:r>
              <a:rPr lang="en-US" sz="4200" b="1" spc="-84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 ơn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2251889" y="3279428"/>
            <a:ext cx="46402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đáp &amp; thảo luận · Hiện Thực Hoá Ý Chí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7075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2026-07-19T05:32:28Z</dcterms:created>
  <dcterms:modified xsi:type="dcterms:W3CDTF">2026-07-19T05:32:28Z</dcterms:modified>
</cp:coreProperties>
</file>