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BA17">
                  <a:alpha val="26000"/>
                </a:srgbClr>
              </a:gs>
              <a:gs pos="58000">
                <a:srgbClr val="F4BA17">
                  <a:alpha val="0"/>
                </a:srgbClr>
              </a:gs>
            </a:gsLst>
            <a:path path="circle">
              <a:fillToRect l="85000" t="0" r="15000" b="100000"/>
            </a:path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135261"/>
            <a:ext cx="438150" cy="438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9700" y="1197173"/>
            <a:ext cx="116785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CyberSkill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38200" y="1821061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4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 XUẤT · MẬT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8200" y="2154436"/>
            <a:ext cx="7691628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630"/>
              </a:lnSpc>
              <a:buNone/>
            </a:pPr>
            <a:r>
              <a:rPr lang="en-US" sz="4350" b="1" spc="-87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lại checkout cho </a:t>
            </a:r>
            <a:pPr algn="l" indent="0" marL="0">
              <a:lnSpc>
                <a:spcPct val="82630"/>
              </a:lnSpc>
              <a:buNone/>
            </a:pPr>
            <a:r>
              <a:rPr lang="en-US" sz="4350" b="1" spc="-8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[Khách hàng]</a:t>
            </a:r>
            <a:endParaRPr lang="en-US" sz="4350" dirty="0"/>
          </a:p>
        </p:txBody>
      </p:sp>
      <p:sp>
        <p:nvSpPr>
          <p:cNvPr id="8" name="Text 5"/>
          <p:cNvSpPr/>
          <p:nvPr/>
        </p:nvSpPr>
        <p:spPr>
          <a:xfrm>
            <a:off x="838200" y="3379589"/>
            <a:ext cx="76916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tới thanh toán nhanh hơn — và một bảng điều hành đội bạn thích dùng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8200" y="4548188"/>
            <a:ext cx="341239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421"/>
              </a:lnSpc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 bị cho [Khách hàng] · 18 tháng 7 2026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829717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ƯỚC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124992"/>
            <a:ext cx="7691628" cy="11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 đang mất những giỏ hàng lẽ ra không nên mất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38200" y="2713583"/>
            <a:ext cx="7691628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Cứ ba người mua thì một người rời đi ở khâu thanh toán, và bộ phận hỗ trợ không hiểu vì sao. Bạn cần một checkout chạy trơn tru — và một bảng điều hành để vận hành cả ngày. Đó là điều ước, nói mộc mạc.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298228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CHÚNG TÔI HIỂU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593503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Những gì chúng tôi nghe được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38200" y="2502098"/>
            <a:ext cx="2286000" cy="28575"/>
          </a:xfrm>
          <a:prstGeom prst="rect">
            <a:avLst/>
          </a:prstGeom>
          <a:solidFill>
            <a:srgbClr val="F4BA17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2683073"/>
            <a:ext cx="2514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 độ trước tiên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38200" y="3073598"/>
            <a:ext cx="2362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giây thêm ở khâu thanh toán là doanh thu thật mất đi.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2502098"/>
            <a:ext cx="2286000" cy="28575"/>
          </a:xfrm>
          <a:prstGeom prst="rect">
            <a:avLst/>
          </a:prstGeom>
          <a:solidFill>
            <a:srgbClr val="E7D9C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683073"/>
            <a:ext cx="2514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 năng nhìn thấy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429000" y="3073598"/>
            <a:ext cx="2362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 trợ mù thông tin khi không có màn hình đơn hàng.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19800" y="2502098"/>
            <a:ext cx="2286000" cy="28575"/>
          </a:xfrm>
          <a:prstGeom prst="rect">
            <a:avLst/>
          </a:prstGeom>
          <a:solidFill>
            <a:srgbClr val="E7D9C6"/>
          </a:solidFill>
          <a:ln/>
        </p:spPr>
      </p:sp>
      <p:sp>
        <p:nvSpPr>
          <p:cNvPr id="12" name="Text 10"/>
          <p:cNvSpPr/>
          <p:nvPr/>
        </p:nvSpPr>
        <p:spPr>
          <a:xfrm>
            <a:off x="6019800" y="2683073"/>
            <a:ext cx="25146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phải làm lại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19800" y="3073598"/>
            <a:ext cx="2362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bền — không phải làm lại vào năm sau.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869007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4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TIẾP CẬN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164282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 từng lát, không làm một phát lớn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38200" y="2053828"/>
            <a:ext cx="339179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b="1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253579" y="2063353"/>
            <a:ext cx="472518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lại checkout sau một cờ tính năng.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253579" y="2063353"/>
            <a:ext cx="6756234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 minh trên một phần lưu lượng trước khi chuyển toàn bộ.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838200" y="2857500"/>
            <a:ext cx="339179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b="1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253579" y="2867025"/>
            <a:ext cx="50585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 bảng điều hành vận hành song song.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253579" y="2867025"/>
            <a:ext cx="7054083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 trợ nhận giá trị từ tuần thứ ba, không phải tháng thứ ba.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838200" y="3661172"/>
            <a:ext cx="339179" cy="651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33"/>
              </a:lnSpc>
              <a:buNone/>
            </a:pPr>
            <a:r>
              <a:rPr lang="en-US" sz="1725" b="1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253579" y="3670697"/>
            <a:ext cx="35094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đạc mọi thứ, rồi bàn giao.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253579" y="3670697"/>
            <a:ext cx="6698749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34"/>
              </a:lnSpc>
              <a:buNone/>
            </a:pPr>
            <a:r>
              <a:rPr lang="en-US" sz="1725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 giữ dữ liệu, tài liệu, và chìa khoá.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112490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 VI &amp; TIẾN ĐỘ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407765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tháng, ba mốc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38200" y="2278261"/>
            <a:ext cx="7467600" cy="28575"/>
          </a:xfrm>
          <a:prstGeom prst="rect">
            <a:avLst/>
          </a:prstGeom>
          <a:solidFill>
            <a:srgbClr val="F4BA17"/>
          </a:solidFill>
          <a:ln/>
        </p:spPr>
      </p:sp>
      <p:sp>
        <p:nvSpPr>
          <p:cNvPr id="6" name="Text 4"/>
          <p:cNvSpPr/>
          <p:nvPr/>
        </p:nvSpPr>
        <p:spPr>
          <a:xfrm>
            <a:off x="838200" y="2459236"/>
            <a:ext cx="685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93"/>
              </a:lnSpc>
              <a:buNone/>
            </a:pPr>
            <a:r>
              <a:rPr lang="en-US" sz="16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Th8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38300" y="2459236"/>
            <a:ext cx="68391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Khám phá &amp; nền móng checkout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046244" y="2459236"/>
            <a:ext cx="33575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M1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38200" y="2925961"/>
            <a:ext cx="7467600" cy="9525"/>
          </a:xfrm>
          <a:prstGeom prst="rect">
            <a:avLst/>
          </a:prstGeom>
          <a:solidFill>
            <a:srgbClr val="E7D9C6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" y="3087886"/>
            <a:ext cx="685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93"/>
              </a:lnSpc>
              <a:buNone/>
            </a:pPr>
            <a:r>
              <a:rPr lang="en-US" sz="16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Th9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38300" y="3087886"/>
            <a:ext cx="67756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Checkout trên staging · bảng điều hành v1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988498" y="3087886"/>
            <a:ext cx="3935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M2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38200" y="3554611"/>
            <a:ext cx="7467600" cy="9525"/>
          </a:xfrm>
          <a:prstGeom prst="rect">
            <a:avLst/>
          </a:prstGeom>
          <a:solidFill>
            <a:srgbClr val="E7D9C6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3716536"/>
            <a:ext cx="685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93"/>
              </a:lnSpc>
              <a:buNone/>
            </a:pPr>
            <a:r>
              <a:rPr lang="en-US" sz="16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Th10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38300" y="3716536"/>
            <a:ext cx="67666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 mắt, phân tích &amp; bàn giao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980313" y="3716536"/>
            <a:ext cx="4016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607790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26" kern="0" dirty="0">
                <a:solidFill>
                  <a:srgbClr val="6E3B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 CỦA BẠN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903065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 cao, nhỏ gọn, chịu trách nhiệm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838200" y="2897386"/>
            <a:ext cx="533400" cy="533400"/>
          </a:xfrm>
          <a:prstGeom prst="ellipse">
            <a:avLst/>
          </a:prstGeom>
          <a:solidFill>
            <a:srgbClr val="45210E"/>
          </a:solidFill>
          <a:ln/>
        </p:spPr>
      </p:sp>
      <p:sp>
        <p:nvSpPr>
          <p:cNvPr id="6" name="Text 4"/>
          <p:cNvSpPr/>
          <p:nvPr/>
        </p:nvSpPr>
        <p:spPr>
          <a:xfrm>
            <a:off x="954881" y="3021211"/>
            <a:ext cx="3760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4000" y="2906911"/>
            <a:ext cx="10339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 Trần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4000" y="3192661"/>
            <a:ext cx="10339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 sư trưởng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6201" y="2897386"/>
            <a:ext cx="533400" cy="533400"/>
          </a:xfrm>
          <a:prstGeom prst="ellipse">
            <a:avLst/>
          </a:prstGeom>
          <a:solidFill>
            <a:srgbClr val="45210E"/>
          </a:solidFill>
          <a:ln/>
        </p:spPr>
      </p:sp>
      <p:sp>
        <p:nvSpPr>
          <p:cNvPr id="10" name="Text 8"/>
          <p:cNvSpPr/>
          <p:nvPr/>
        </p:nvSpPr>
        <p:spPr>
          <a:xfrm>
            <a:off x="3556843" y="3021211"/>
            <a:ext cx="3281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02001" y="2792611"/>
            <a:ext cx="17882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 Phạm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02001" y="3078361"/>
            <a:ext cx="17018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 thiết kế sản phẩm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94350" y="2897386"/>
            <a:ext cx="533400" cy="533400"/>
          </a:xfrm>
          <a:prstGeom prst="ellipse">
            <a:avLst/>
          </a:prstGeom>
          <a:solidFill>
            <a:srgbClr val="45210E"/>
          </a:solidFill>
          <a:ln/>
        </p:spPr>
      </p:sp>
      <p:sp>
        <p:nvSpPr>
          <p:cNvPr id="14" name="Text 12"/>
          <p:cNvSpPr/>
          <p:nvPr/>
        </p:nvSpPr>
        <p:spPr>
          <a:xfrm>
            <a:off x="6118622" y="3021211"/>
            <a:ext cx="3609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80150" y="2906911"/>
            <a:ext cx="13311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5210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Vũ Nguyễn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80150" y="3192661"/>
            <a:ext cx="13311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5A4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Trưởng bàn giao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6E5A4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38200" y="1564928"/>
            <a:ext cx="82143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b="1" spc="147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 ĐẦU TƯ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38200" y="1860203"/>
            <a:ext cx="8214360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71"/>
              </a:lnSpc>
              <a:buNone/>
            </a:pPr>
            <a:r>
              <a:rPr lang="en-US" sz="3300" b="1" spc="-66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 giá thẳng thắn, phạm vi cố định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38200" y="2730698"/>
            <a:ext cx="245861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88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₫3.1B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38200" y="3321248"/>
            <a:ext cx="245861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 vi cốt lõi, chưa VAT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454301" y="2730698"/>
            <a:ext cx="24587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88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3454301" y="3321248"/>
            <a:ext cx="24587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 toán theo mốc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70550" y="2730698"/>
            <a:ext cx="24587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788"/>
              </a:lnSpc>
              <a:buNone/>
            </a:pPr>
            <a:r>
              <a:rPr lang="en-US" sz="3900" b="1" spc="-78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30d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070550" y="3321248"/>
            <a:ext cx="24587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 hành sau ra mắt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456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52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2593"/>
            </a:avLst>
          </a:prstGeom>
          <a:ln/>
          <a:effectLst>
            <a:outerShdw sx="100000" sy="100000" kx="0" ky="0" algn="bl" rotWithShape="0" blurRad="762000" dist="228600" dir="5400000">
              <a:srgbClr val="1F130B">
                <a:alpha val="2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57675" y="1300163"/>
            <a:ext cx="628650" cy="628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496" y="2157413"/>
            <a:ext cx="716300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7143"/>
              </a:lnSpc>
              <a:buNone/>
            </a:pPr>
            <a:r>
              <a:rPr lang="en-US" sz="3750" b="1" spc="-75" kern="0" dirty="0">
                <a:solidFill>
                  <a:srgbClr val="F4BA1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thực hiện điều ước này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26186" y="2895600"/>
            <a:ext cx="76916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857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 ý là chúng tôi gửi SOW và ngày bắt đầu trong vòng một ngày làm việc.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836173" y="3600450"/>
            <a:ext cx="347165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909"/>
              </a:lnSpc>
              <a:buNone/>
            </a:pPr>
            <a:r>
              <a:rPr lang="en-US" sz="1275" dirty="0">
                <a:solidFill>
                  <a:srgbClr val="FFFFFF">
                    <a:alpha val="70000"/>
                  </a:srgbClr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hello@cyberskill.world · cyberskill.world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7707511" y="4562475"/>
            <a:ext cx="636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050" dirty="0">
                <a:solidFill>
                  <a:srgbClr val="F4BA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2026-07-19T05:33:12Z</dcterms:created>
  <dcterms:modified xsi:type="dcterms:W3CDTF">2026-07-19T05:33:12Z</dcterms:modified>
</cp:coreProperties>
</file>